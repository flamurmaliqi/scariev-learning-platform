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7f2412416460a" /><Relationship Type="http://schemas.openxmlformats.org/officeDocument/2006/relationships/extended-properties" Target="/docProps/app.xml" Id="R7ba7dd5d3cf14498" /><Relationship Type="http://schemas.openxmlformats.org/officeDocument/2006/relationships/officeDocument" Target="/ppt/presentation.xml" Id="R943b2a61e5c7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b174f81e048e2"/>
  </p:sldMasterIdLst>
  <p:notesMasterIdLst>
    <p:notesMasterId xmlns:r="http://schemas.openxmlformats.org/officeDocument/2006/relationships" r:id="Ra4c4f49a75364834"/>
  </p:notesMasterIdLst>
  <p:sldIdLst>
    <p:sldId xmlns:r="http://schemas.openxmlformats.org/officeDocument/2006/relationships" id="256" r:id="R9857d7d357c24bf5"/>
    <p:sldId xmlns:r="http://schemas.openxmlformats.org/officeDocument/2006/relationships" id="257" r:id="R01ed92ce4a1f4588"/>
    <p:sldId xmlns:r="http://schemas.openxmlformats.org/officeDocument/2006/relationships" id="258" r:id="R34e15da03e8a43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7598ea31249b3" /><Relationship Type="http://schemas.openxmlformats.org/officeDocument/2006/relationships/slideMaster" Target="/ppt/slideMasters/slideMaster1.xml" Id="Ra84b174f81e048e2" /><Relationship Type="http://schemas.openxmlformats.org/officeDocument/2006/relationships/notesMaster" Target="/ppt/notesMasters/notesMaster1.xml" Id="Ra4c4f49a75364834" /><Relationship Type="http://schemas.openxmlformats.org/officeDocument/2006/relationships/presProps" Target="/ppt/presProps.xml" Id="R049ba140c2354247" /><Relationship Type="http://schemas.openxmlformats.org/officeDocument/2006/relationships/tableStyles" Target="/ppt/tableStyles.xml" Id="R32c355beb9e84628" /><Relationship Type="http://schemas.openxmlformats.org/officeDocument/2006/relationships/slide" Target="/ppt/slides/slide1.xml" Id="R9857d7d357c24bf5" /><Relationship Type="http://schemas.openxmlformats.org/officeDocument/2006/relationships/slide" Target="/ppt/slides/slide2.xml" Id="R01ed92ce4a1f4588" /><Relationship Type="http://schemas.openxmlformats.org/officeDocument/2006/relationships/slide" Target="/ppt/slides/slide3.xml" Id="R34e15da03e8a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2e7749443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cc46a64f749a0" /><Relationship Type="http://schemas.openxmlformats.org/officeDocument/2006/relationships/notesMaster" Target="/ppt/notesMasters/notesMaster1.xml" Id="R6f32d55d066f4c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162a676532491b" /><Relationship Type="http://schemas.openxmlformats.org/officeDocument/2006/relationships/notesMaster" Target="/ppt/notesMasters/notesMaster1.xml" Id="Rda38485ca340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64e9bbcf3849a5" /><Relationship Type="http://schemas.openxmlformats.org/officeDocument/2006/relationships/notesMaster" Target="/ppt/notesMasters/notesMaster1.xml" Id="R5bf0dbd62b2a44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856a7ce42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b96ffe06a145c8" /><Relationship Type="http://schemas.openxmlformats.org/officeDocument/2006/relationships/slideLayout" Target="/ppt/slideLayouts/slideLayout1.xml" Id="R7ec48da1dc2a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c48da1dc2a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fe60245a846ae" /><Relationship Type="http://schemas.openxmlformats.org/officeDocument/2006/relationships/notesSlide" Target="/ppt/notesSlides/notesSlide1.xml" Id="R889920eb7b7745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b340b3f1b45c0" /><Relationship Type="http://schemas.openxmlformats.org/officeDocument/2006/relationships/notesSlide" Target="/ppt/notesSlides/notesSlide2.xml" Id="Rb7bd1d5a44f0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d6793a8fe44e5" /><Relationship Type="http://schemas.openxmlformats.org/officeDocument/2006/relationships/notesSlide" Target="/ppt/notesSlides/notesSlide3.xml" Id="R5d553e09e18e4b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1-title">
            <a:extLst xmlns:a="http://schemas.openxmlformats.org/drawingml/2006/main">
              <a:ext uri="{FF2B5EF4-FFF2-40B4-BE49-F238E27FC236}">
                <a16:creationId xmlns:a16="http://schemas.microsoft.com/office/drawing/2014/main" id="{C7564171-524D-41A8-82D8-E214444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Zielarchitektur: modularer Monolith</a:t>
            </a:r>
          </a:p>
        </p:txBody>
      </p:sp>
      <p:sp>
        <p:nvSpPr>
          <p:cNvPr id="2" name="s1-scale">
            <a:extLst xmlns:a="http://schemas.openxmlformats.org/drawingml/2006/main">
              <a:ext uri="{FF2B5EF4-FFF2-40B4-BE49-F238E27FC236}">
                <a16:creationId xmlns:a16="http://schemas.microsoft.com/office/drawing/2014/main" id="{B79A3FE4-56C6-420A-A81D-B9589133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2.000 gleichzeitig · 10.000 registriert</a:t>
            </a:r>
          </a:p>
        </p:txBody>
      </p:sp>
      <p:sp>
        <p:nvSpPr>
          <p:cNvPr id="3" name="s1-field">
            <a:extLst xmlns:a="http://schemas.openxmlformats.org/drawingml/2006/main">
              <a:ext uri="{FF2B5EF4-FFF2-40B4-BE49-F238E27FC236}">
                <a16:creationId xmlns:a16="http://schemas.microsoft.com/office/drawing/2014/main" id="{BC3B36CD-88FA-4293-8B7A-3A5504D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43" name="s1-learner-bus"/>
          <p:cNvCxnSpPr/>
          <p:nvPr/>
        </p:nvCxnSpPr>
        <p:spPr>
          <a:xfrm xmlns:a="http://schemas.openxmlformats.org/drawingml/2006/main">
            <a:off x="1905000" y="2000250"/>
            <a:ext cx="953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4" name="s1-admin-bus"/>
          <p:cNvCxnSpPr/>
          <p:nvPr/>
        </p:nvCxnSpPr>
        <p:spPr>
          <a:xfrm xmlns:a="http://schemas.openxmlformats.org/drawingml/2006/main">
            <a:off x="10287000" y="2000250"/>
            <a:ext cx="953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5" name="s1-user-bus"/>
          <p:cNvCxnSpPr/>
          <p:nvPr/>
        </p:nvCxnSpPr>
        <p:spPr>
          <a:xfrm xmlns:a="http://schemas.openxmlformats.org/drawingml/2006/main">
            <a:off x="1905000" y="2143125"/>
            <a:ext cx="838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6" name="s1-bus-edge"/>
          <p:cNvCxnSpPr/>
          <p:nvPr/>
        </p:nvCxnSpPr>
        <p:spPr>
          <a:xfrm xmlns:a="http://schemas.openxmlformats.org/drawingml/2006/main">
            <a:off x="6096000" y="2143125"/>
            <a:ext cx="95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7" name="s1-edge-platform"/>
          <p:cNvCxnSpPr/>
          <p:nvPr/>
        </p:nvCxnSpPr>
        <p:spPr>
          <a:xfrm xmlns:a="http://schemas.openxmlformats.org/drawingml/2006/main">
            <a:off x="6096000" y="2809875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8" name="s1-platform-ai"/>
          <p:cNvCxnSpPr/>
          <p:nvPr/>
        </p:nvCxnSpPr>
        <p:spPr>
          <a:xfrm xmlns:a="http://schemas.openxmlformats.org/drawingml/2006/main">
            <a:off x="8763000" y="3686175"/>
            <a:ext cx="857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49" name="s1-platform-services"/>
          <p:cNvCxnSpPr/>
          <p:nvPr/>
        </p:nvCxnSpPr>
        <p:spPr>
          <a:xfrm xmlns:a="http://schemas.openxmlformats.org/drawingml/2006/main">
            <a:off x="5857875" y="4333875"/>
            <a:ext cx="95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0" name="s1-services-bus"/>
          <p:cNvCxnSpPr/>
          <p:nvPr/>
        </p:nvCxnSpPr>
        <p:spPr>
          <a:xfrm xmlns:a="http://schemas.openxmlformats.org/drawingml/2006/main">
            <a:off x="2095500" y="4619625"/>
            <a:ext cx="74295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1" name="s1-bus-oidc"/>
          <p:cNvCxnSpPr/>
          <p:nvPr/>
        </p:nvCxnSpPr>
        <p:spPr>
          <a:xfrm xmlns:a="http://schemas.openxmlformats.org/drawingml/2006/main">
            <a:off x="20955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2" name="s1-bus-db"/>
          <p:cNvCxnSpPr/>
          <p:nvPr/>
        </p:nvCxnSpPr>
        <p:spPr>
          <a:xfrm xmlns:a="http://schemas.openxmlformats.org/drawingml/2006/main">
            <a:off x="45720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3" name="s1-bus-storage"/>
          <p:cNvCxnSpPr/>
          <p:nvPr/>
        </p:nvCxnSpPr>
        <p:spPr>
          <a:xfrm xmlns:a="http://schemas.openxmlformats.org/drawingml/2006/main">
            <a:off x="70485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4" name="s1-bus-worker"/>
          <p:cNvCxnSpPr/>
          <p:nvPr/>
        </p:nvCxnSpPr>
        <p:spPr>
          <a:xfrm xmlns:a="http://schemas.openxmlformats.org/drawingml/2006/main">
            <a:off x="95250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6" name="s1-learner-box">
            <a:extLst xmlns:a="http://schemas.openxmlformats.org/drawingml/2006/main">
              <a:ext uri="{FF2B5EF4-FFF2-40B4-BE49-F238E27FC236}">
                <a16:creationId xmlns:a16="http://schemas.microsoft.com/office/drawing/2014/main" id="{CDDD8D86-7B9C-4A0C-9D9B-8554B107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1-learner-label">
            <a:extLst xmlns:a="http://schemas.openxmlformats.org/drawingml/2006/main">
              <a:ext uri="{FF2B5EF4-FFF2-40B4-BE49-F238E27FC236}">
                <a16:creationId xmlns:a16="http://schemas.microsoft.com/office/drawing/2014/main" id="{89C14375-6CB1-4C62-9E43-0CCD972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1943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Lernende
Mobile Web / PWA</a:t>
            </a:r>
          </a:p>
        </p:txBody>
      </p:sp>
      <p:sp>
        <p:nvSpPr>
          <p:cNvPr id="18" name="s1-admin-box">
            <a:extLst xmlns:a="http://schemas.openxmlformats.org/drawingml/2006/main">
              <a:ext uri="{FF2B5EF4-FFF2-40B4-BE49-F238E27FC236}">
                <a16:creationId xmlns:a16="http://schemas.microsoft.com/office/drawing/2014/main" id="{C4B77C50-93F1-40EC-83E3-B842446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1-admin-label">
            <a:extLst xmlns:a="http://schemas.openxmlformats.org/drawingml/2006/main">
              <a:ext uri="{FF2B5EF4-FFF2-40B4-BE49-F238E27FC236}">
                <a16:creationId xmlns:a16="http://schemas.microsoft.com/office/drawing/2014/main" id="{A97C7777-5627-492A-8C3D-DB29744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66850"/>
            <a:ext cx="1943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Administration
MFA + Rollen</a:t>
            </a:r>
          </a:p>
        </p:txBody>
      </p:sp>
      <p:sp>
        <p:nvSpPr>
          <p:cNvPr id="20" name="s1-edge-box">
            <a:extLst xmlns:a="http://schemas.openxmlformats.org/drawingml/2006/main">
              <a:ext uri="{FF2B5EF4-FFF2-40B4-BE49-F238E27FC236}">
                <a16:creationId xmlns:a16="http://schemas.microsoft.com/office/drawing/2014/main" id="{536B1937-9175-48C7-AC49-0298E612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1-edge-label">
            <a:extLst xmlns:a="http://schemas.openxmlformats.org/drawingml/2006/main">
              <a:ext uri="{FF2B5EF4-FFF2-40B4-BE49-F238E27FC236}">
                <a16:creationId xmlns:a16="http://schemas.microsoft.com/office/drawing/2014/main" id="{8AC5EFA6-9F34-4E13-A6AD-4804117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76475"/>
            <a:ext cx="2514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CDN + WAF</a:t>
            </a:r>
          </a:p>
        </p:txBody>
      </p:sp>
      <p:sp>
        <p:nvSpPr>
          <p:cNvPr id="22" name="s1-platform">
            <a:extLst xmlns:a="http://schemas.openxmlformats.org/drawingml/2006/main">
              <a:ext uri="{FF2B5EF4-FFF2-40B4-BE49-F238E27FC236}">
                <a16:creationId xmlns:a16="http://schemas.microsoft.com/office/drawing/2014/main" id="{F9CE29B7-14A5-474A-908A-253F0FDF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6000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s1-platform-title">
            <a:extLst xmlns:a="http://schemas.openxmlformats.org/drawingml/2006/main">
              <a:ext uri="{FF2B5EF4-FFF2-40B4-BE49-F238E27FC236}">
                <a16:creationId xmlns:a16="http://schemas.microsoft.com/office/drawing/2014/main" id="{D889DDF3-7E12-4ABB-AF1C-B312429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0040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Next.js Plattform</a:t>
            </a:r>
          </a:p>
        </p:txBody>
      </p:sp>
      <p:sp>
        <p:nvSpPr>
          <p:cNvPr id="24" name="s1-platform-surfaces">
            <a:extLst xmlns:a="http://schemas.openxmlformats.org/drawingml/2006/main">
              <a:ext uri="{FF2B5EF4-FFF2-40B4-BE49-F238E27FC236}">
                <a16:creationId xmlns:a16="http://schemas.microsoft.com/office/drawing/2014/main" id="{5249642F-B25D-4BC1-8265-A97922D1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004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Web/PWA   ·   Admin   ·   HTTP-API</a:t>
            </a:r>
          </a:p>
        </p:txBody>
      </p:sp>
      <p:sp>
        <p:nvSpPr>
          <p:cNvPr id="25" name="s1-platform-modules">
            <a:extLst xmlns:a="http://schemas.openxmlformats.org/drawingml/2006/main">
              <a:ext uri="{FF2B5EF4-FFF2-40B4-BE49-F238E27FC236}">
                <a16:creationId xmlns:a16="http://schemas.microsoft.com/office/drawing/2014/main" id="{6DDED27A-1D5B-4923-83A4-1C003BA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8145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Zugang   ·   Inhalte   ·   Lernen   ·   Import</a:t>
            </a:r>
          </a:p>
        </p:txBody>
      </p:sp>
      <p:sp>
        <p:nvSpPr>
          <p:cNvPr id="26" name="s1-ai-box">
            <a:extLst xmlns:a="http://schemas.openxmlformats.org/drawingml/2006/main">
              <a:ext uri="{FF2B5EF4-FFF2-40B4-BE49-F238E27FC236}">
                <a16:creationId xmlns:a16="http://schemas.microsoft.com/office/drawing/2014/main" id="{7C5D56CA-737E-44BA-9595-E10EC2F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714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1-ai-label">
            <a:extLst xmlns:a="http://schemas.openxmlformats.org/drawingml/2006/main">
              <a:ext uri="{FF2B5EF4-FFF2-40B4-BE49-F238E27FC236}">
                <a16:creationId xmlns:a16="http://schemas.microsoft.com/office/drawing/2014/main" id="{B14EF043-CE5A-4FDB-A334-1B74137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24225"/>
            <a:ext cx="15621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SPÄTER
KI-Tutor</a:t>
            </a:r>
          </a:p>
        </p:txBody>
      </p:sp>
      <p:sp>
        <p:nvSpPr>
          <p:cNvPr id="28" name="s1-oidc-box">
            <a:extLst xmlns:a="http://schemas.openxmlformats.org/drawingml/2006/main">
              <a:ext uri="{FF2B5EF4-FFF2-40B4-BE49-F238E27FC236}">
                <a16:creationId xmlns:a16="http://schemas.microsoft.com/office/drawing/2014/main" id="{CDE1DE6B-2C7F-4F30-909C-5D557298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1-oidc-label">
            <a:extLst xmlns:a="http://schemas.openxmlformats.org/drawingml/2006/main">
              <a:ext uri="{FF2B5EF4-FFF2-40B4-BE49-F238E27FC236}">
                <a16:creationId xmlns:a16="http://schemas.microsoft.com/office/drawing/2014/main" id="{F43EADB4-40E0-4891-83BC-6FFE4AE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OIDC
Cognito</a:t>
            </a:r>
          </a:p>
        </p:txBody>
      </p:sp>
      <p:sp>
        <p:nvSpPr>
          <p:cNvPr id="30" name="s1-db-box">
            <a:extLst xmlns:a="http://schemas.openxmlformats.org/drawingml/2006/main">
              <a:ext uri="{FF2B5EF4-FFF2-40B4-BE49-F238E27FC236}">
                <a16:creationId xmlns:a16="http://schemas.microsoft.com/office/drawing/2014/main" id="{ADB2D8BC-BBF3-4FC0-81FF-FCAC145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1-db-label">
            <a:extLst xmlns:a="http://schemas.openxmlformats.org/drawingml/2006/main">
              <a:ext uri="{FF2B5EF4-FFF2-40B4-BE49-F238E27FC236}">
                <a16:creationId xmlns:a16="http://schemas.microsoft.com/office/drawing/2014/main" id="{CA9112E2-A0E2-42C7-974F-C154D16B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
RDS</a:t>
            </a:r>
          </a:p>
        </p:txBody>
      </p:sp>
      <p:sp>
        <p:nvSpPr>
          <p:cNvPr id="32" name="s1-storage-box">
            <a:extLst xmlns:a="http://schemas.openxmlformats.org/drawingml/2006/main">
              <a:ext uri="{FF2B5EF4-FFF2-40B4-BE49-F238E27FC236}">
                <a16:creationId xmlns:a16="http://schemas.microsoft.com/office/drawing/2014/main" id="{D211CD7E-D204-4747-8593-A9DFCA5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1-storage-label">
            <a:extLst xmlns:a="http://schemas.openxmlformats.org/drawingml/2006/main">
              <a:ext uri="{FF2B5EF4-FFF2-40B4-BE49-F238E27FC236}">
                <a16:creationId xmlns:a16="http://schemas.microsoft.com/office/drawing/2014/main" id="{251DE157-3610-4084-B91F-E379C673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Medien &amp; Importe
S3</a:t>
            </a:r>
          </a:p>
        </p:txBody>
      </p:sp>
      <p:sp>
        <p:nvSpPr>
          <p:cNvPr id="34" name="s1-worker-box">
            <a:extLst xmlns:a="http://schemas.openxmlformats.org/drawingml/2006/main">
              <a:ext uri="{FF2B5EF4-FFF2-40B4-BE49-F238E27FC236}">
                <a16:creationId xmlns:a16="http://schemas.microsoft.com/office/drawing/2014/main" id="{EE5D9A55-3E06-4EC9-9DBA-2E7616B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1-worker-label">
            <a:extLst xmlns:a="http://schemas.openxmlformats.org/drawingml/2006/main">
              <a:ext uri="{FF2B5EF4-FFF2-40B4-BE49-F238E27FC236}">
                <a16:creationId xmlns:a16="http://schemas.microsoft.com/office/drawing/2014/main" id="{BF606EA9-A3B2-4940-8637-B54CFCF2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
SQS + Worker</a:t>
            </a:r>
          </a:p>
        </p:txBody>
      </p:sp>
      <p:sp>
        <p:nvSpPr>
          <p:cNvPr id="36" name="s1-foundation">
            <a:extLst xmlns:a="http://schemas.openxmlformats.org/drawingml/2006/main">
              <a:ext uri="{FF2B5EF4-FFF2-40B4-BE49-F238E27FC236}">
                <a16:creationId xmlns:a16="http://schemas.microsoft.com/office/drawing/2014/main" id="{D3C8F5A5-17CE-490B-A3D2-EA60726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47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1-foundation-label">
            <a:extLst xmlns:a="http://schemas.openxmlformats.org/drawingml/2006/main">
              <a:ext uri="{FF2B5EF4-FFF2-40B4-BE49-F238E27FC236}">
                <a16:creationId xmlns:a16="http://schemas.microsoft.com/office/drawing/2014/main" id="{CA03FABE-2C28-4142-ACCE-60BBF35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721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AWS EU · ECS Fargate · Autoskalierung · CloudWatch · Backups · Zustandsprüfungen</a:t>
            </a:r>
          </a:p>
        </p:txBody>
      </p:sp>
      <p:sp>
        <p:nvSpPr>
          <p:cNvPr id="38" name="source-1">
            <a:extLst xmlns:a="http://schemas.openxmlformats.org/drawingml/2006/main">
              <a:ext uri="{FF2B5EF4-FFF2-40B4-BE49-F238E27FC236}">
                <a16:creationId xmlns:a16="http://schemas.microsoft.com/office/drawing/2014/main" id="{A9448FF4-9B17-4119-8A11-0F31E5C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39" name="page-1">
            <a:extLst xmlns:a="http://schemas.openxmlformats.org/drawingml/2006/main">
              <a:ext uri="{FF2B5EF4-FFF2-40B4-BE49-F238E27FC236}">
                <a16:creationId xmlns:a16="http://schemas.microsoft.com/office/drawing/2014/main" id="{23A2D950-0FB8-4E07-959F-9AD6FEF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6940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2-title">
            <a:extLst xmlns:a="http://schemas.openxmlformats.org/drawingml/2006/main">
              <a:ext uri="{FF2B5EF4-FFF2-40B4-BE49-F238E27FC236}">
                <a16:creationId xmlns:a16="http://schemas.microsoft.com/office/drawing/2014/main" id="{C09711C2-1FAE-4C3A-ACC9-0BDE635E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742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Zugang, Inhalte und Lernen</a:t>
            </a:r>
          </a:p>
        </p:txBody>
      </p:sp>
      <p:sp>
        <p:nvSpPr>
          <p:cNvPr id="2" name="s2-field">
            <a:extLst xmlns:a="http://schemas.openxmlformats.org/drawingml/2006/main">
              <a:ext uri="{FF2B5EF4-FFF2-40B4-BE49-F238E27FC236}">
                <a16:creationId xmlns:a16="http://schemas.microsoft.com/office/drawing/2014/main" id="{6FAEED6F-3730-4FB3-9E18-AA266BDF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53" name="s2-lane-divider-1"/>
          <p:cNvCxnSpPr/>
          <p:nvPr/>
        </p:nvCxnSpPr>
        <p:spPr>
          <a:xfrm xmlns:a="http://schemas.openxmlformats.org/drawingml/2006/main">
            <a:off x="1571625" y="2667000"/>
            <a:ext cx="9906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4" name="s2-lane-divider-2"/>
          <p:cNvCxnSpPr/>
          <p:nvPr/>
        </p:nvCxnSpPr>
        <p:spPr>
          <a:xfrm xmlns:a="http://schemas.openxmlformats.org/drawingml/2006/main">
            <a:off x="1571625" y="4286250"/>
            <a:ext cx="9906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s2-access-arrow-1">
            <a:extLst xmlns:a="http://schemas.openxmlformats.org/drawingml/2006/main">
              <a:ext uri="{FF2B5EF4-FFF2-40B4-BE49-F238E27FC236}">
                <a16:creationId xmlns:a16="http://schemas.microsoft.com/office/drawing/2014/main" id="{992A6B23-7ABD-4DD6-9489-9BC215D7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907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2-access-arrow-2">
            <a:extLst xmlns:a="http://schemas.openxmlformats.org/drawingml/2006/main">
              <a:ext uri="{FF2B5EF4-FFF2-40B4-BE49-F238E27FC236}">
                <a16:creationId xmlns:a16="http://schemas.microsoft.com/office/drawing/2014/main" id="{85F6FEDD-1DB1-40A1-8D22-3D7301D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907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2-access-arrow-3">
            <a:extLst xmlns:a="http://schemas.openxmlformats.org/drawingml/2006/main">
              <a:ext uri="{FF2B5EF4-FFF2-40B4-BE49-F238E27FC236}">
                <a16:creationId xmlns:a16="http://schemas.microsoft.com/office/drawing/2014/main" id="{E1514C5F-F014-4B50-8C40-1AD4712D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907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2-content-arrow-1">
            <a:extLst xmlns:a="http://schemas.openxmlformats.org/drawingml/2006/main">
              <a:ext uri="{FF2B5EF4-FFF2-40B4-BE49-F238E27FC236}">
                <a16:creationId xmlns:a16="http://schemas.microsoft.com/office/drawing/2014/main" id="{C12565F6-3566-4FA6-8B2C-FEF9450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09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s2-content-arrow-2">
            <a:extLst xmlns:a="http://schemas.openxmlformats.org/drawingml/2006/main">
              <a:ext uri="{FF2B5EF4-FFF2-40B4-BE49-F238E27FC236}">
                <a16:creationId xmlns:a16="http://schemas.microsoft.com/office/drawing/2014/main" id="{206DD9BE-49C1-44F1-8A69-3C83BC62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2-content-arrow-3">
            <a:extLst xmlns:a="http://schemas.openxmlformats.org/drawingml/2006/main">
              <a:ext uri="{FF2B5EF4-FFF2-40B4-BE49-F238E27FC236}">
                <a16:creationId xmlns:a16="http://schemas.microsoft.com/office/drawing/2014/main" id="{5DDC26A4-AFD1-4F57-812E-14B44D84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09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s2-content-arrow-4">
            <a:extLst xmlns:a="http://schemas.openxmlformats.org/drawingml/2006/main">
              <a:ext uri="{FF2B5EF4-FFF2-40B4-BE49-F238E27FC236}">
                <a16:creationId xmlns:a16="http://schemas.microsoft.com/office/drawing/2014/main" id="{4033B099-8F8B-4976-B3CB-57C9FD2B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09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2-learning-arrow-1">
            <a:extLst xmlns:a="http://schemas.openxmlformats.org/drawingml/2006/main">
              <a:ext uri="{FF2B5EF4-FFF2-40B4-BE49-F238E27FC236}">
                <a16:creationId xmlns:a16="http://schemas.microsoft.com/office/drawing/2014/main" id="{E219A1E6-EAA2-4A14-9FA2-67742965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s2-learning-arrow-2">
            <a:extLst xmlns:a="http://schemas.openxmlformats.org/drawingml/2006/main">
              <a:ext uri="{FF2B5EF4-FFF2-40B4-BE49-F238E27FC236}">
                <a16:creationId xmlns:a16="http://schemas.microsoft.com/office/drawing/2014/main" id="{349331E4-671B-4F6B-88DC-8C819D87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2-learning-arrow-3">
            <a:extLst xmlns:a="http://schemas.openxmlformats.org/drawingml/2006/main">
              <a:ext uri="{FF2B5EF4-FFF2-40B4-BE49-F238E27FC236}">
                <a16:creationId xmlns:a16="http://schemas.microsoft.com/office/drawing/2014/main" id="{D8C51734-73D1-48B2-A5EC-87FB4569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29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s2-learning-arrow-4">
            <a:extLst xmlns:a="http://schemas.openxmlformats.org/drawingml/2006/main">
              <a:ext uri="{FF2B5EF4-FFF2-40B4-BE49-F238E27FC236}">
                <a16:creationId xmlns:a16="http://schemas.microsoft.com/office/drawing/2014/main" id="{678E5617-2262-4BB5-81BF-04A610B4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02920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s2-access-label">
            <a:extLst xmlns:a="http://schemas.openxmlformats.org/drawingml/2006/main">
              <a:ext uri="{FF2B5EF4-FFF2-40B4-BE49-F238E27FC236}">
                <a16:creationId xmlns:a16="http://schemas.microsoft.com/office/drawing/2014/main" id="{FD1ECE44-FCF7-4162-B81F-3F0FD885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81175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ZUGANG</a:t>
            </a:r>
          </a:p>
        </p:txBody>
      </p:sp>
      <p:sp>
        <p:nvSpPr>
          <p:cNvPr id="17" name="s2-online-box">
            <a:extLst xmlns:a="http://schemas.openxmlformats.org/drawingml/2006/main">
              <a:ext uri="{FF2B5EF4-FFF2-40B4-BE49-F238E27FC236}">
                <a16:creationId xmlns:a16="http://schemas.microsoft.com/office/drawing/2014/main" id="{27BE5E87-8195-4D59-88CD-820A462F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2-online-label">
            <a:extLst xmlns:a="http://schemas.openxmlformats.org/drawingml/2006/main">
              <a:ext uri="{FF2B5EF4-FFF2-40B4-BE49-F238E27FC236}">
                <a16:creationId xmlns:a16="http://schemas.microsoft.com/office/drawing/2014/main" id="{F4409777-7043-4D13-9122-23EA042D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19225"/>
            <a:ext cx="156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Online-Kauf
Start nach Zahlung</a:t>
            </a:r>
          </a:p>
        </p:txBody>
      </p:sp>
      <p:sp>
        <p:nvSpPr>
          <p:cNvPr id="19" name="s2-code-box">
            <a:extLst xmlns:a="http://schemas.openxmlformats.org/drawingml/2006/main">
              <a:ext uri="{FF2B5EF4-FFF2-40B4-BE49-F238E27FC236}">
                <a16:creationId xmlns:a16="http://schemas.microsoft.com/office/drawing/2014/main" id="{2259657C-29AF-44C7-B5BC-6904DD01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574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2-code-label">
            <a:extLst xmlns:a="http://schemas.openxmlformats.org/drawingml/2006/main">
              <a:ext uri="{FF2B5EF4-FFF2-40B4-BE49-F238E27FC236}">
                <a16:creationId xmlns:a16="http://schemas.microsoft.com/office/drawing/2014/main" id="{6C3DF8D2-B683-49D3-B0B9-AED6287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095500"/>
            <a:ext cx="1562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Printcode
Einlösung</a:t>
            </a:r>
          </a:p>
        </p:txBody>
      </p:sp>
      <p:sp>
        <p:nvSpPr>
          <p:cNvPr id="21" name="s2-grant-box">
            <a:extLst xmlns:a="http://schemas.openxmlformats.org/drawingml/2006/main">
              <a:ext uri="{FF2B5EF4-FFF2-40B4-BE49-F238E27FC236}">
                <a16:creationId xmlns:a16="http://schemas.microsoft.com/office/drawing/2014/main" id="{D559260A-89EC-4BA5-83DC-4737A579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571625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s2-grant-label">
            <a:extLst xmlns:a="http://schemas.openxmlformats.org/drawingml/2006/main">
              <a:ext uri="{FF2B5EF4-FFF2-40B4-BE49-F238E27FC236}">
                <a16:creationId xmlns:a16="http://schemas.microsoft.com/office/drawing/2014/main" id="{CF624E6E-F7BA-4CCD-92E9-9332F12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609725"/>
            <a:ext cx="2152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Zugangsfreigabe</a:t>
            </a:r>
          </a:p>
        </p:txBody>
      </p:sp>
      <p:sp>
        <p:nvSpPr>
          <p:cNvPr id="23" name="s2-edition-box">
            <a:extLst xmlns:a="http://schemas.openxmlformats.org/drawingml/2006/main">
              <a:ext uri="{FF2B5EF4-FFF2-40B4-BE49-F238E27FC236}">
                <a16:creationId xmlns:a16="http://schemas.microsoft.com/office/drawing/2014/main" id="{4D8743DE-B0A3-4DDE-9DE1-48AD00E2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71625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s2-edition-label">
            <a:extLst xmlns:a="http://schemas.openxmlformats.org/drawingml/2006/main">
              <a:ext uri="{FF2B5EF4-FFF2-40B4-BE49-F238E27FC236}">
                <a16:creationId xmlns:a16="http://schemas.microsoft.com/office/drawing/2014/main" id="{6A663B7E-22FE-4F86-99E1-1708404A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609725"/>
            <a:ext cx="2152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Aktuelle Inhalte
Start · Ende</a:t>
            </a:r>
          </a:p>
        </p:txBody>
      </p:sp>
      <p:sp>
        <p:nvSpPr>
          <p:cNvPr id="25" name="s2-access-db-box">
            <a:extLst xmlns:a="http://schemas.openxmlformats.org/drawingml/2006/main">
              <a:ext uri="{FF2B5EF4-FFF2-40B4-BE49-F238E27FC236}">
                <a16:creationId xmlns:a16="http://schemas.microsoft.com/office/drawing/2014/main" id="{E80F1DDB-7EF0-48B8-B0E2-809BEA08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71625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s2-access-db-label">
            <a:extLst xmlns:a="http://schemas.openxmlformats.org/drawingml/2006/main">
              <a:ext uri="{FF2B5EF4-FFF2-40B4-BE49-F238E27FC236}">
                <a16:creationId xmlns:a16="http://schemas.microsoft.com/office/drawing/2014/main" id="{4E9FB3EC-1885-47C7-85A1-CA16E1C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609725"/>
            <a:ext cx="156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27" name="s2-content-label">
            <a:extLst xmlns:a="http://schemas.openxmlformats.org/drawingml/2006/main">
              <a:ext uri="{FF2B5EF4-FFF2-40B4-BE49-F238E27FC236}">
                <a16:creationId xmlns:a16="http://schemas.microsoft.com/office/drawing/2014/main" id="{315BB7DA-1B4E-4E07-A5B3-7439B45A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00425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INHALTE</a:t>
            </a:r>
          </a:p>
        </p:txBody>
      </p:sp>
      <p:sp>
        <p:nvSpPr>
          <p:cNvPr id="28" name="s2-moodle-box">
            <a:extLst xmlns:a="http://schemas.openxmlformats.org/drawingml/2006/main">
              <a:ext uri="{FF2B5EF4-FFF2-40B4-BE49-F238E27FC236}">
                <a16:creationId xmlns:a16="http://schemas.microsoft.com/office/drawing/2014/main" id="{025C0520-44F5-4772-A3CF-066A72A3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2-moodle-label">
            <a:extLst xmlns:a="http://schemas.openxmlformats.org/drawingml/2006/main">
              <a:ext uri="{FF2B5EF4-FFF2-40B4-BE49-F238E27FC236}">
                <a16:creationId xmlns:a16="http://schemas.microsoft.com/office/drawing/2014/main" id="{F7CF0A23-30F1-4D32-B9DA-442EF9F8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86100"/>
            <a:ext cx="15621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Moodle
Fragen · Formeln · Bilder</a:t>
            </a:r>
          </a:p>
        </p:txBody>
      </p:sp>
      <p:sp>
        <p:nvSpPr>
          <p:cNvPr id="30" name="s2-importer-box">
            <a:extLst xmlns:a="http://schemas.openxmlformats.org/drawingml/2006/main">
              <a:ext uri="{FF2B5EF4-FFF2-40B4-BE49-F238E27FC236}">
                <a16:creationId xmlns:a16="http://schemas.microsoft.com/office/drawing/2014/main" id="{B8718196-1E0D-45D2-B642-DB3D80D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43250"/>
            <a:ext cx="17811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s2-importer-label">
            <a:extLst xmlns:a="http://schemas.openxmlformats.org/drawingml/2006/main">
              <a:ext uri="{FF2B5EF4-FFF2-40B4-BE49-F238E27FC236}">
                <a16:creationId xmlns:a16="http://schemas.microsoft.com/office/drawing/2014/main" id="{5B7BBACF-357D-431D-B055-7D3269D5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81350"/>
            <a:ext cx="16287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Importer
Parser + Bereinigung</a:t>
            </a:r>
          </a:p>
        </p:txBody>
      </p:sp>
      <p:sp>
        <p:nvSpPr>
          <p:cNvPr id="32" name="s2-preview-box">
            <a:extLst xmlns:a="http://schemas.openxmlformats.org/drawingml/2006/main">
              <a:ext uri="{FF2B5EF4-FFF2-40B4-BE49-F238E27FC236}">
                <a16:creationId xmlns:a16="http://schemas.microsoft.com/office/drawing/2014/main" id="{978900CA-774D-421F-AD0A-4DA4B442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17811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2-preview-label">
            <a:extLst xmlns:a="http://schemas.openxmlformats.org/drawingml/2006/main">
              <a:ext uri="{FF2B5EF4-FFF2-40B4-BE49-F238E27FC236}">
                <a16:creationId xmlns:a16="http://schemas.microsoft.com/office/drawing/2014/main" id="{BED06B17-F2B9-4B4E-AE5F-6328034E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16287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
Prüfen + Vorschau</a:t>
            </a:r>
          </a:p>
        </p:txBody>
      </p:sp>
      <p:sp>
        <p:nvSpPr>
          <p:cNvPr id="34" name="s2-revisions-box">
            <a:extLst xmlns:a="http://schemas.openxmlformats.org/drawingml/2006/main">
              <a:ext uri="{FF2B5EF4-FFF2-40B4-BE49-F238E27FC236}">
                <a16:creationId xmlns:a16="http://schemas.microsoft.com/office/drawing/2014/main" id="{FE73E013-BB93-4C80-91BC-75CE1F1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43250"/>
            <a:ext cx="1733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2-revisions-label">
            <a:extLst xmlns:a="http://schemas.openxmlformats.org/drawingml/2006/main">
              <a:ext uri="{FF2B5EF4-FFF2-40B4-BE49-F238E27FC236}">
                <a16:creationId xmlns:a16="http://schemas.microsoft.com/office/drawing/2014/main" id="{40F28CE2-C5EE-42D6-8294-CCF745AA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181350"/>
            <a:ext cx="1581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Revisionen
+ Medien</a:t>
            </a:r>
          </a:p>
        </p:txBody>
      </p:sp>
      <p:sp>
        <p:nvSpPr>
          <p:cNvPr id="36" name="s2-content-store-box">
            <a:extLst xmlns:a="http://schemas.openxmlformats.org/drawingml/2006/main">
              <a:ext uri="{FF2B5EF4-FFF2-40B4-BE49-F238E27FC236}">
                <a16:creationId xmlns:a16="http://schemas.microsoft.com/office/drawing/2014/main" id="{C78B680B-00F4-48C2-BC96-1AA2580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43250"/>
            <a:ext cx="114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2-content-store-label">
            <a:extLst xmlns:a="http://schemas.openxmlformats.org/drawingml/2006/main">
              <a:ext uri="{FF2B5EF4-FFF2-40B4-BE49-F238E27FC236}">
                <a16:creationId xmlns:a16="http://schemas.microsoft.com/office/drawing/2014/main" id="{F44AD5D8-9807-49E2-B174-D568AE60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81350"/>
            <a:ext cx="990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
+ S3</a:t>
            </a:r>
          </a:p>
        </p:txBody>
      </p:sp>
      <p:sp>
        <p:nvSpPr>
          <p:cNvPr id="38" name="s2-learning-label">
            <a:extLst xmlns:a="http://schemas.openxmlformats.org/drawingml/2006/main">
              <a:ext uri="{FF2B5EF4-FFF2-40B4-BE49-F238E27FC236}">
                <a16:creationId xmlns:a16="http://schemas.microsoft.com/office/drawing/2014/main" id="{57D1B54B-70C3-4FC5-8A67-0E3BB02F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LERNEN</a:t>
            </a:r>
          </a:p>
        </p:txBody>
      </p:sp>
      <p:sp>
        <p:nvSpPr>
          <p:cNvPr id="39" name="s2-question-box">
            <a:extLst xmlns:a="http://schemas.openxmlformats.org/drawingml/2006/main">
              <a:ext uri="{FF2B5EF4-FFF2-40B4-BE49-F238E27FC236}">
                <a16:creationId xmlns:a16="http://schemas.microsoft.com/office/drawing/2014/main" id="{1CEF892E-1C62-47F1-8991-63C25B23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s2-question-label">
            <a:extLst xmlns:a="http://schemas.openxmlformats.org/drawingml/2006/main">
              <a:ext uri="{FF2B5EF4-FFF2-40B4-BE49-F238E27FC236}">
                <a16:creationId xmlns:a16="http://schemas.microsoft.com/office/drawing/2014/main" id="{932A952D-F5A6-49AD-949B-6BDA7AA5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800600"/>
            <a:ext cx="1562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Fragenrevision</a:t>
            </a:r>
          </a:p>
        </p:txBody>
      </p:sp>
      <p:sp>
        <p:nvSpPr>
          <p:cNvPr id="41" name="s2-delivery-box">
            <a:extLst xmlns:a="http://schemas.openxmlformats.org/drawingml/2006/main">
              <a:ext uri="{FF2B5EF4-FFF2-40B4-BE49-F238E27FC236}">
                <a16:creationId xmlns:a16="http://schemas.microsoft.com/office/drawing/2014/main" id="{3D36CE87-78E3-4C56-ACDD-CE1C1F78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62500"/>
            <a:ext cx="17811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2" name="s2-delivery-label">
            <a:extLst xmlns:a="http://schemas.openxmlformats.org/drawingml/2006/main">
              <a:ext uri="{FF2B5EF4-FFF2-40B4-BE49-F238E27FC236}">
                <a16:creationId xmlns:a16="http://schemas.microsoft.com/office/drawing/2014/main" id="{325831BE-0281-47AC-9603-4D908FE8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800600"/>
            <a:ext cx="16287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Auslieferung</a:t>
            </a:r>
          </a:p>
        </p:txBody>
      </p:sp>
      <p:sp>
        <p:nvSpPr>
          <p:cNvPr id="43" name="s2-attempt-box">
            <a:extLst xmlns:a="http://schemas.openxmlformats.org/drawingml/2006/main">
              <a:ext uri="{FF2B5EF4-FFF2-40B4-BE49-F238E27FC236}">
                <a16:creationId xmlns:a16="http://schemas.microsoft.com/office/drawing/2014/main" id="{9B197654-6336-49DF-8F85-63C8BE94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17811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s2-attempt-label">
            <a:extLst xmlns:a="http://schemas.openxmlformats.org/drawingml/2006/main">
              <a:ext uri="{FF2B5EF4-FFF2-40B4-BE49-F238E27FC236}">
                <a16:creationId xmlns:a16="http://schemas.microsoft.com/office/drawing/2014/main" id="{E3E56983-EC24-4DE6-A300-44CFDA3C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00600"/>
            <a:ext cx="16287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Antwortversuch</a:t>
            </a:r>
          </a:p>
        </p:txBody>
      </p:sp>
      <p:sp>
        <p:nvSpPr>
          <p:cNvPr id="45" name="s2-progress-box">
            <a:extLst xmlns:a="http://schemas.openxmlformats.org/drawingml/2006/main">
              <a:ext uri="{FF2B5EF4-FFF2-40B4-BE49-F238E27FC236}">
                <a16:creationId xmlns:a16="http://schemas.microsoft.com/office/drawing/2014/main" id="{F737B116-382E-40AD-A08A-287F0F16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762500"/>
            <a:ext cx="1733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s2-progress-label">
            <a:extLst xmlns:a="http://schemas.openxmlformats.org/drawingml/2006/main">
              <a:ext uri="{FF2B5EF4-FFF2-40B4-BE49-F238E27FC236}">
                <a16:creationId xmlns:a16="http://schemas.microsoft.com/office/drawing/2014/main" id="{CAD3DDE3-BEFD-4BAF-8352-E78230E3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1581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Fortschritt</a:t>
            </a:r>
          </a:p>
        </p:txBody>
      </p:sp>
      <p:sp>
        <p:nvSpPr>
          <p:cNvPr id="47" name="s2-learning-db-box">
            <a:extLst xmlns:a="http://schemas.openxmlformats.org/drawingml/2006/main">
              <a:ext uri="{FF2B5EF4-FFF2-40B4-BE49-F238E27FC236}">
                <a16:creationId xmlns:a16="http://schemas.microsoft.com/office/drawing/2014/main" id="{F7348849-30BD-4A03-AF35-5F1B754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62500"/>
            <a:ext cx="114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s2-learning-db-label">
            <a:extLst xmlns:a="http://schemas.openxmlformats.org/drawingml/2006/main">
              <a:ext uri="{FF2B5EF4-FFF2-40B4-BE49-F238E27FC236}">
                <a16:creationId xmlns:a16="http://schemas.microsoft.com/office/drawing/2014/main" id="{D497FD4A-9133-49C1-A7D3-7C45F7DD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00600"/>
            <a:ext cx="990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49" name="source-2">
            <a:extLst xmlns:a="http://schemas.openxmlformats.org/drawingml/2006/main">
              <a:ext uri="{FF2B5EF4-FFF2-40B4-BE49-F238E27FC236}">
                <a16:creationId xmlns:a16="http://schemas.microsoft.com/office/drawing/2014/main" id="{BC5A02BC-C55E-408D-83F0-0B17FD6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50" name="page-2">
            <a:extLst xmlns:a="http://schemas.openxmlformats.org/drawingml/2006/main">
              <a:ext uri="{FF2B5EF4-FFF2-40B4-BE49-F238E27FC236}">
                <a16:creationId xmlns:a16="http://schemas.microsoft.com/office/drawing/2014/main" id="{DD521249-62CF-4506-9EF1-400B8FE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9343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3-title">
            <a:extLst xmlns:a="http://schemas.openxmlformats.org/drawingml/2006/main">
              <a:ext uri="{FF2B5EF4-FFF2-40B4-BE49-F238E27FC236}">
                <a16:creationId xmlns:a16="http://schemas.microsoft.com/office/drawing/2014/main" id="{D72FBB3F-D24B-437F-A552-73E4521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71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Umsetzung</a:t>
            </a:r>
          </a:p>
        </p:txBody>
      </p:sp>
      <p:sp>
        <p:nvSpPr>
          <p:cNvPr id="2" name="s3-phase-arrow-1">
            <a:extLst xmlns:a="http://schemas.openxmlformats.org/drawingml/2006/main">
              <a:ext uri="{FF2B5EF4-FFF2-40B4-BE49-F238E27FC236}">
                <a16:creationId xmlns:a16="http://schemas.microsoft.com/office/drawing/2014/main" id="{0AA223D5-8E83-4CB8-B217-F48B26FB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s3-phase-arrow-2">
            <a:extLst xmlns:a="http://schemas.openxmlformats.org/drawingml/2006/main">
              <a:ext uri="{FF2B5EF4-FFF2-40B4-BE49-F238E27FC236}">
                <a16:creationId xmlns:a16="http://schemas.microsoft.com/office/drawing/2014/main" id="{0948FBC4-CDA0-4D3C-99DF-BE91B93E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0037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s3-phase-1">
            <a:extLst xmlns:a="http://schemas.openxmlformats.org/drawingml/2006/main">
              <a:ext uri="{FF2B5EF4-FFF2-40B4-BE49-F238E27FC236}">
                <a16:creationId xmlns:a16="http://schemas.microsoft.com/office/drawing/2014/main" id="{9DDFF799-FA4B-4390-8762-246BA085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3-phase-1-number">
            <a:extLst xmlns:a="http://schemas.openxmlformats.org/drawingml/2006/main">
              <a:ext uri="{FF2B5EF4-FFF2-40B4-BE49-F238E27FC236}">
                <a16:creationId xmlns:a16="http://schemas.microsoft.com/office/drawing/2014/main" id="{01608204-F732-443C-BE77-483691C7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904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3-phase-1-name">
            <a:extLst xmlns:a="http://schemas.openxmlformats.org/drawingml/2006/main">
              <a:ext uri="{FF2B5EF4-FFF2-40B4-BE49-F238E27FC236}">
                <a16:creationId xmlns:a16="http://schemas.microsoft.com/office/drawing/2014/main" id="{6D318855-884B-4E4E-B75B-A9D76163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Grundlage</a:t>
            </a:r>
          </a:p>
        </p:txBody>
      </p:sp>
      <p:sp>
        <p:nvSpPr>
          <p:cNvPr id="7" name="s3-phase-1-a-box">
            <a:extLst xmlns:a="http://schemas.openxmlformats.org/drawingml/2006/main">
              <a:ext uri="{FF2B5EF4-FFF2-40B4-BE49-F238E27FC236}">
                <a16:creationId xmlns:a16="http://schemas.microsoft.com/office/drawing/2014/main" id="{823F1ECB-6B28-4358-8927-3DB920FA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3-phase-1-a-label">
            <a:extLst xmlns:a="http://schemas.openxmlformats.org/drawingml/2006/main">
              <a:ext uri="{FF2B5EF4-FFF2-40B4-BE49-F238E27FC236}">
                <a16:creationId xmlns:a16="http://schemas.microsoft.com/office/drawing/2014/main" id="{323B35E9-BE10-4E6B-89E7-F89FBE3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861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AWS EU + CI/CD</a:t>
            </a:r>
          </a:p>
        </p:txBody>
      </p:sp>
      <p:sp>
        <p:nvSpPr>
          <p:cNvPr id="9" name="s3-phase-1-b-box">
            <a:extLst xmlns:a="http://schemas.openxmlformats.org/drawingml/2006/main">
              <a:ext uri="{FF2B5EF4-FFF2-40B4-BE49-F238E27FC236}">
                <a16:creationId xmlns:a16="http://schemas.microsoft.com/office/drawing/2014/main" id="{F8048C3D-A797-468B-844B-F5B4699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3-phase-1-b-label">
            <a:extLst xmlns:a="http://schemas.openxmlformats.org/drawingml/2006/main">
              <a:ext uri="{FF2B5EF4-FFF2-40B4-BE49-F238E27FC236}">
                <a16:creationId xmlns:a16="http://schemas.microsoft.com/office/drawing/2014/main" id="{049F964F-EA20-4953-ABFB-A484F6D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338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OIDC + Zugänge</a:t>
            </a:r>
          </a:p>
        </p:txBody>
      </p:sp>
      <p:sp>
        <p:nvSpPr>
          <p:cNvPr id="11" name="s3-phase-1-c-box">
            <a:extLst xmlns:a="http://schemas.openxmlformats.org/drawingml/2006/main">
              <a:ext uri="{FF2B5EF4-FFF2-40B4-BE49-F238E27FC236}">
                <a16:creationId xmlns:a16="http://schemas.microsoft.com/office/drawing/2014/main" id="{AC625A84-C13B-44EA-BC9A-F419F72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434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3-phase-1-c-label">
            <a:extLst xmlns:a="http://schemas.openxmlformats.org/drawingml/2006/main">
              <a:ext uri="{FF2B5EF4-FFF2-40B4-BE49-F238E27FC236}">
                <a16:creationId xmlns:a16="http://schemas.microsoft.com/office/drawing/2014/main" id="{835483AA-B109-429B-A564-C64D41D5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 + Monitoring</a:t>
            </a:r>
          </a:p>
        </p:txBody>
      </p:sp>
      <p:sp>
        <p:nvSpPr>
          <p:cNvPr id="13" name="s3-phase-2">
            <a:extLst xmlns:a="http://schemas.openxmlformats.org/drawingml/2006/main">
              <a:ext uri="{FF2B5EF4-FFF2-40B4-BE49-F238E27FC236}">
                <a16:creationId xmlns:a16="http://schemas.microsoft.com/office/drawing/2014/main" id="{165577B0-194B-4AC9-97C9-2936DF41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s3-phase-2-number">
            <a:extLst xmlns:a="http://schemas.openxmlformats.org/drawingml/2006/main">
              <a:ext uri="{FF2B5EF4-FFF2-40B4-BE49-F238E27FC236}">
                <a16:creationId xmlns:a16="http://schemas.microsoft.com/office/drawing/2014/main" id="{5513A152-796E-4135-BAFB-96E6DB59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904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s3-phase-2-name">
            <a:extLst xmlns:a="http://schemas.openxmlformats.org/drawingml/2006/main">
              <a:ext uri="{FF2B5EF4-FFF2-40B4-BE49-F238E27FC236}">
                <a16:creationId xmlns:a16="http://schemas.microsoft.com/office/drawing/2014/main" id="{743AB7E1-7507-4ED8-B20A-B6C55DDE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MVP + Migration</a:t>
            </a:r>
          </a:p>
        </p:txBody>
      </p:sp>
      <p:sp>
        <p:nvSpPr>
          <p:cNvPr id="16" name="s3-phase-2-a-box">
            <a:extLst xmlns:a="http://schemas.openxmlformats.org/drawingml/2006/main">
              <a:ext uri="{FF2B5EF4-FFF2-40B4-BE49-F238E27FC236}">
                <a16:creationId xmlns:a16="http://schemas.microsoft.com/office/drawing/2014/main" id="{EE593DD3-B9D2-47E5-BEEA-F9836449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s3-phase-2-a-label">
            <a:extLst xmlns:a="http://schemas.openxmlformats.org/drawingml/2006/main">
              <a:ext uri="{FF2B5EF4-FFF2-40B4-BE49-F238E27FC236}">
                <a16:creationId xmlns:a16="http://schemas.microsoft.com/office/drawing/2014/main" id="{95C9C0EC-EA42-45A3-A3D1-CAF1EDA9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Mobile Web + API</a:t>
            </a:r>
          </a:p>
        </p:txBody>
      </p:sp>
      <p:sp>
        <p:nvSpPr>
          <p:cNvPr id="18" name="s3-phase-2-b-box">
            <a:extLst xmlns:a="http://schemas.openxmlformats.org/drawingml/2006/main">
              <a:ext uri="{FF2B5EF4-FFF2-40B4-BE49-F238E27FC236}">
                <a16:creationId xmlns:a16="http://schemas.microsoft.com/office/drawing/2014/main" id="{F1BC9886-8D76-4A2A-AE0F-0F715E06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s3-phase-2-b-label">
            <a:extLst xmlns:a="http://schemas.openxmlformats.org/drawingml/2006/main">
              <a:ext uri="{FF2B5EF4-FFF2-40B4-BE49-F238E27FC236}">
                <a16:creationId xmlns:a16="http://schemas.microsoft.com/office/drawing/2014/main" id="{71D48C1A-7162-4102-9D30-69A3F099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338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Antworten + Fortschritt</a:t>
            </a:r>
          </a:p>
        </p:txBody>
      </p:sp>
      <p:sp>
        <p:nvSpPr>
          <p:cNvPr id="20" name="s3-phase-2-c-box">
            <a:extLst xmlns:a="http://schemas.openxmlformats.org/drawingml/2006/main">
              <a:ext uri="{FF2B5EF4-FFF2-40B4-BE49-F238E27FC236}">
                <a16:creationId xmlns:a16="http://schemas.microsoft.com/office/drawing/2014/main" id="{0FF01FAB-E77D-4394-AE1E-481F810C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s3-phase-2-c-label">
            <a:extLst xmlns:a="http://schemas.openxmlformats.org/drawingml/2006/main">
              <a:ext uri="{FF2B5EF4-FFF2-40B4-BE49-F238E27FC236}">
                <a16:creationId xmlns:a16="http://schemas.microsoft.com/office/drawing/2014/main" id="{D0CACA6E-36B5-464D-8406-F44C3C7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815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 + Freigabe</a:t>
            </a:r>
          </a:p>
        </p:txBody>
      </p:sp>
      <p:sp>
        <p:nvSpPr>
          <p:cNvPr id="22" name="s3-phase-3">
            <a:extLst xmlns:a="http://schemas.openxmlformats.org/drawingml/2006/main">
              <a:ext uri="{FF2B5EF4-FFF2-40B4-BE49-F238E27FC236}">
                <a16:creationId xmlns:a16="http://schemas.microsoft.com/office/drawing/2014/main" id="{B35A507E-E5DA-4C59-9A1B-500B50FE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3-phase-3-number">
            <a:extLst xmlns:a="http://schemas.openxmlformats.org/drawingml/2006/main">
              <a:ext uri="{FF2B5EF4-FFF2-40B4-BE49-F238E27FC236}">
                <a16:creationId xmlns:a16="http://schemas.microsoft.com/office/drawing/2014/main" id="{937A7944-BC40-4B6E-BFC1-04F68FB6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95450"/>
            <a:ext cx="904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4" name="s3-phase-3-name">
            <a:extLst xmlns:a="http://schemas.openxmlformats.org/drawingml/2006/main">
              <a:ext uri="{FF2B5EF4-FFF2-40B4-BE49-F238E27FC236}">
                <a16:creationId xmlns:a16="http://schemas.microsoft.com/office/drawing/2014/main" id="{9A03AF7E-2C49-47B4-82E3-ABF77C64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Produktion</a:t>
            </a:r>
          </a:p>
        </p:txBody>
      </p:sp>
      <p:sp>
        <p:nvSpPr>
          <p:cNvPr id="25" name="s3-phase-3-a-box">
            <a:extLst xmlns:a="http://schemas.openxmlformats.org/drawingml/2006/main">
              <a:ext uri="{FF2B5EF4-FFF2-40B4-BE49-F238E27FC236}">
                <a16:creationId xmlns:a16="http://schemas.microsoft.com/office/drawing/2014/main" id="{65021FA4-29B9-4836-B970-BF8515B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s3-phase-3-a-label">
            <a:extLst xmlns:a="http://schemas.openxmlformats.org/drawingml/2006/main">
              <a:ext uri="{FF2B5EF4-FFF2-40B4-BE49-F238E27FC236}">
                <a16:creationId xmlns:a16="http://schemas.microsoft.com/office/drawing/2014/main" id="{3D88A57F-F971-4ADF-8BDF-5B4EA094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861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Security + Backups</a:t>
            </a:r>
          </a:p>
        </p:txBody>
      </p:sp>
      <p:sp>
        <p:nvSpPr>
          <p:cNvPr id="27" name="s3-phase-3-b-box">
            <a:extLst xmlns:a="http://schemas.openxmlformats.org/drawingml/2006/main">
              <a:ext uri="{FF2B5EF4-FFF2-40B4-BE49-F238E27FC236}">
                <a16:creationId xmlns:a16="http://schemas.microsoft.com/office/drawing/2014/main" id="{939CE0D2-7A35-497A-B8C8-CDF9C7DE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957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3-phase-3-b-label">
            <a:extLst xmlns:a="http://schemas.openxmlformats.org/drawingml/2006/main">
              <a:ext uri="{FF2B5EF4-FFF2-40B4-BE49-F238E27FC236}">
                <a16:creationId xmlns:a16="http://schemas.microsoft.com/office/drawing/2014/main" id="{19802127-AA8A-46A4-97FD-5599BAC4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338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Lasttest + Pilot</a:t>
            </a:r>
          </a:p>
        </p:txBody>
      </p:sp>
      <p:sp>
        <p:nvSpPr>
          <p:cNvPr id="29" name="s3-phase-3-c-box">
            <a:extLst xmlns:a="http://schemas.openxmlformats.org/drawingml/2006/main">
              <a:ext uri="{FF2B5EF4-FFF2-40B4-BE49-F238E27FC236}">
                <a16:creationId xmlns:a16="http://schemas.microsoft.com/office/drawing/2014/main" id="{5239ED3C-7EE3-4312-ADE9-E9C34FA4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4340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s3-phase-3-c-label">
            <a:extLst xmlns:a="http://schemas.openxmlformats.org/drawingml/2006/main">
              <a:ext uri="{FF2B5EF4-FFF2-40B4-BE49-F238E27FC236}">
                <a16:creationId xmlns:a16="http://schemas.microsoft.com/office/drawing/2014/main" id="{A73A8AA9-C153-474A-979E-1CE04DD1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81500"/>
            <a:ext cx="2514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Migration + Moodle aus</a:t>
            </a:r>
          </a:p>
        </p:txBody>
      </p:sp>
      <p:sp>
        <p:nvSpPr>
          <p:cNvPr id="31" name="s3-future">
            <a:extLst xmlns:a="http://schemas.openxmlformats.org/drawingml/2006/main">
              <a:ext uri="{FF2B5EF4-FFF2-40B4-BE49-F238E27FC236}">
                <a16:creationId xmlns:a16="http://schemas.microsoft.com/office/drawing/2014/main" id="{02C2AFCE-CAD9-4AA0-873B-3527A6E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s3-future-label">
            <a:extLst xmlns:a="http://schemas.openxmlformats.org/drawingml/2006/main">
              <a:ext uri="{FF2B5EF4-FFF2-40B4-BE49-F238E27FC236}">
                <a16:creationId xmlns:a16="http://schemas.microsoft.com/office/drawing/2014/main" id="{6C6F456B-86F5-43EA-BE24-E62C61C9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DANACH</a:t>
            </a:r>
          </a:p>
        </p:txBody>
      </p:sp>
      <p:sp>
        <p:nvSpPr>
          <p:cNvPr id="33" name="s3-future-value">
            <a:extLst xmlns:a="http://schemas.openxmlformats.org/drawingml/2006/main">
              <a:ext uri="{FF2B5EF4-FFF2-40B4-BE49-F238E27FC236}">
                <a16:creationId xmlns:a16="http://schemas.microsoft.com/office/drawing/2014/main" id="{DB973A03-97FB-4F32-82D2-3CE364B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KI-Tutor  ·  Adaptives Lernen</a:t>
            </a:r>
          </a:p>
        </p:txBody>
      </p:sp>
      <p:sp>
        <p:nvSpPr>
          <p:cNvPr id="34" name="source-3">
            <a:extLst xmlns:a="http://schemas.openxmlformats.org/drawingml/2006/main">
              <a:ext uri="{FF2B5EF4-FFF2-40B4-BE49-F238E27FC236}">
                <a16:creationId xmlns:a16="http://schemas.microsoft.com/office/drawing/2014/main" id="{628D0C86-1B4C-494F-B7BC-064E403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35" name="page-3">
            <a:extLst xmlns:a="http://schemas.openxmlformats.org/drawingml/2006/main">
              <a:ext uri="{FF2B5EF4-FFF2-40B4-BE49-F238E27FC236}">
                <a16:creationId xmlns:a16="http://schemas.microsoft.com/office/drawing/2014/main" id="{0DABC8FB-05C2-43C4-A515-A487F65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69416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2026-07-16T20:12:32.6360000Z</dcterms:created>
  <dcterms:modified xsi:type="dcterms:W3CDTF">2026-07-16T20:12:32.6360000Z</dcterms:modified>
</coreProperties>
</file>